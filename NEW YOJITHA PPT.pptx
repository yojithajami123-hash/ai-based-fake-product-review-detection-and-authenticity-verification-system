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kumar pusarla" userId="d955c8692224c1d1" providerId="LiveId" clId="{B6A31A1A-0DC5-42A0-A046-5595AF1C90D7}"/>
    <pc:docChg chg="undo custSel modSld">
      <pc:chgData name="dinesh kumar pusarla" userId="d955c8692224c1d1" providerId="LiveId" clId="{B6A31A1A-0DC5-42A0-A046-5595AF1C90D7}" dt="2026-09-29T09:16:19.693" v="40" actId="255"/>
      <pc:docMkLst>
        <pc:docMk/>
      </pc:docMkLst>
      <pc:sldChg chg="addSp delSp modSp mod">
        <pc:chgData name="dinesh kumar pusarla" userId="d955c8692224c1d1" providerId="LiveId" clId="{B6A31A1A-0DC5-42A0-A046-5595AF1C90D7}" dt="2026-09-29T09:16:19.693" v="40" actId="255"/>
        <pc:sldMkLst>
          <pc:docMk/>
          <pc:sldMk cId="0" sldId="256"/>
        </pc:sldMkLst>
        <pc:spChg chg="add del mod">
          <ac:chgData name="dinesh kumar pusarla" userId="d955c8692224c1d1" providerId="LiveId" clId="{B6A31A1A-0DC5-42A0-A046-5595AF1C90D7}" dt="2026-09-29T09:16:19.693" v="40" actId="255"/>
          <ac:spMkLst>
            <pc:docMk/>
            <pc:sldMk cId="0" sldId="256"/>
            <ac:spMk id="5" creationId="{3EB38846-68D9-D2A6-E2F8-F603FFADB7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24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074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AI-Based Fake Product Review Detection &amp; Authenticity Verification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intelligent, AI-powered system that combats fraudulent reviews, restores customer trust, and ensures credible product ratings across e-commerce platforms.</a:t>
            </a:r>
            <a:b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b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38846-68D9-D2A6-E2F8-F603FFADB7CC}"/>
              </a:ext>
            </a:extLst>
          </p:cNvPr>
          <p:cNvSpPr txBox="1"/>
          <p:nvPr/>
        </p:nvSpPr>
        <p:spPr>
          <a:xfrm>
            <a:off x="404679" y="3442424"/>
            <a:ext cx="3268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NAME: RAVALAVALASA NISCHAL</a:t>
            </a:r>
          </a:p>
          <a:p>
            <a:r>
              <a:rPr lang="en-US" sz="1600" b="1" dirty="0"/>
              <a:t>ROLL NO: 323129510047</a:t>
            </a:r>
            <a:endParaRPr lang="en-IN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6747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Growing Crisis of Fake Reviews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925119" y="898773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30%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25119" y="1351657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 Online Reviews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925119" y="1560165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estimated to be fake or manipulated globally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925119" y="1909465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$152B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925119" y="236234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Impact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25119" y="2570857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reviews cost the global economy each year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25119" y="2920157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93%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925119" y="3373041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Shoppers Influenced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25119" y="3581549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consumers read reviews before making a purchase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925119" y="3930848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4x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925119" y="4383732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Conversion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25119" y="4592241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with verified authentic reviews convert better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Systems &amp; Their Critical Limitations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8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Current Methods Fail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001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moderation relies on manual flagging and basic keyword filters — approaches that are too slow, too shallow, and too easily bypassed by sophisticated fraudsters.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 of reviews overwhelms human moderators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Coordinated bot networks mimic authentic writing patterns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classification or authenticity scoring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credibility suffers as a direct consequence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23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&amp; Core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72679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AI system that automatically analyzes, scores, and classifies reviews using NLP, sentiment analysis, and machine learning — in real time.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624757"/>
            <a:ext cx="4013597" cy="1492969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33785" y="176242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396" y="1872035"/>
            <a:ext cx="179412" cy="17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785" y="2285702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3785" y="2568104"/>
            <a:ext cx="37382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reviews as genuine or suspicious using trained ML models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4285" y="1624757"/>
            <a:ext cx="4013597" cy="1492969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771951" y="176242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1563" y="1872035"/>
            <a:ext cx="179412" cy="179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1951" y="2285702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&amp; Sentiment Analysis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71951" y="2568104"/>
            <a:ext cx="37382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linguistic features, tone, and sentiment consistency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119" y="3242295"/>
            <a:ext cx="4013597" cy="1492969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33785" y="3379961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396" y="3489573"/>
            <a:ext cx="179412" cy="179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785" y="3903241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Behavioral Analysis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3785" y="4185642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anomalous reviewer patterns and coordinated fraud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34285" y="3242295"/>
            <a:ext cx="4013597" cy="1492969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771951" y="3379961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1563" y="3489573"/>
            <a:ext cx="179412" cy="179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1951" y="3903241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Authenticity Scoring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71951" y="4185642"/>
            <a:ext cx="37382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real-time trust scores to guide purchasing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&amp; AI Processing Pipeline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data flows through a multi-layered AI pipeline — from raw text ingestion and preprocessing, through linguistic and behavioral feature extraction, to ML-based classification and final authenticity scoring. Suspicious reviews are flagged for moderator review before impacting product ratings.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AI &amp; NLP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Tokenization, POS tagging, and semantic parsing extract meaning, context, and intent from review text.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emotional tone and flags inconsistencies — e.g., extreme positivity paired with vague product details.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Classification Models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models (Random Forest, XGBoost, LSTM) trained on labeled datasets achieve high-accuracy fake review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Verification Workflow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Submitted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submitted review is automatically processed through the AI pipeline within seconds. Reviews scoring below the authenticity threshold are flagged for human moderator review, ensuring a balance of automation and oversight.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8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Roles &amp; Module Breakdown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113086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User Roles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6861"/>
            <a:ext cx="3921844" cy="972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3762" y="1577355"/>
            <a:ext cx="35837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3762" y="1887066"/>
            <a:ext cx="358370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reviews, view authenticity badges, make informed purchases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21893"/>
            <a:ext cx="3921844" cy="972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762" y="2662386"/>
            <a:ext cx="35837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93762" y="2972098"/>
            <a:ext cx="358370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flagged content, override AI decisions, manage disputes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06924"/>
            <a:ext cx="3921844" cy="972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3762" y="3747418"/>
            <a:ext cx="35837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3762" y="4057129"/>
            <a:ext cx="358370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thresholds, monitor analytics, manage platform policies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730800" y="1113086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Modules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30800" y="1422797"/>
            <a:ext cx="3921844" cy="107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Detection Module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Core ML classification engine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Management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CRUD operations, flagging, escalation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Real-time fraud trends and reports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Console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Policy configuration and audit logs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957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 &amp; Performance Metrics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8299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46374"/>
            <a:ext cx="1911325" cy="910530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22697" y="1472952"/>
            <a:ext cx="165816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2697" y="1767929"/>
            <a:ext cx="165816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Flask / Django, FastAPI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2070" y="1346374"/>
            <a:ext cx="1911325" cy="910530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638648" y="1472952"/>
            <a:ext cx="165816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8648" y="1767929"/>
            <a:ext cx="165816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TensorFlow, Keras, Scikit-learn, spaCy, NLTK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361530"/>
            <a:ext cx="1911325" cy="910530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22697" y="2488109"/>
            <a:ext cx="165816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2697" y="2783086"/>
            <a:ext cx="165816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Chart.js, Bootstrap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2070" y="2361530"/>
            <a:ext cx="1911325" cy="910530"/>
          </a:xfrm>
          <a:prstGeom prst="roundRect">
            <a:avLst>
              <a:gd name="adj" fmla="val 56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38648" y="2488109"/>
            <a:ext cx="165816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8648" y="2783086"/>
            <a:ext cx="165816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PostgreSQL, Redis, Elasticsearch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5367" y="1038299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Performance Benchmarks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367" y="1346374"/>
            <a:ext cx="3927277" cy="282684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25367" y="4290938"/>
            <a:ext cx="392727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benchmarks for the ML classification model on benchmark fake review datasets (e.g., Amazon, Yelp).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8104"/>
            <a:ext cx="4722763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Advantages, Applications &amp; Expected Outcomes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496119" y="1046857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87201" y="1137940"/>
            <a:ext cx="259110" cy="25911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16" y="1209154"/>
            <a:ext cx="116607" cy="1166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201" y="1449660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Trust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87201" y="1616125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shop with confidence knowing reviews are AI-verified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96119" y="1870993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587201" y="1962076"/>
            <a:ext cx="259110" cy="25911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416" y="2033290"/>
            <a:ext cx="116607" cy="1166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7201" y="2273796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Moderation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587201" y="2440260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Scalable, real-time detection reduces manual effort by up to 80%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496119" y="2695129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587201" y="2786211"/>
            <a:ext cx="259110" cy="25911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416" y="2857426"/>
            <a:ext cx="116607" cy="1166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7201" y="3097932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Data-Driven Decisions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87201" y="3264396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gain actionable fraud trend insights via dashboards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496119" y="3519264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4"/>
          <p:cNvSpPr/>
          <p:nvPr/>
        </p:nvSpPr>
        <p:spPr>
          <a:xfrm>
            <a:off x="587201" y="3610347"/>
            <a:ext cx="259110" cy="25911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416" y="3681561"/>
            <a:ext cx="116607" cy="11660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7201" y="3922068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Applications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587201" y="4088532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Deployable across marketplaces, travel sites, food delivery, and SaaS platforms</a:t>
            </a:r>
            <a:endParaRPr lang="en-US" sz="650" dirty="0"/>
          </a:p>
        </p:txBody>
      </p:sp>
      <p:sp>
        <p:nvSpPr>
          <p:cNvPr id="24" name="Shape 17"/>
          <p:cNvSpPr/>
          <p:nvPr/>
        </p:nvSpPr>
        <p:spPr>
          <a:xfrm>
            <a:off x="496119" y="4349948"/>
            <a:ext cx="4722763" cy="365447"/>
          </a:xfrm>
          <a:prstGeom prst="roundRect">
            <a:avLst>
              <a:gd name="adj" fmla="val 9929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39" y="4458519"/>
            <a:ext cx="107975" cy="86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6734" y="4424139"/>
            <a:ext cx="435582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Outcome: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measurable reduction in fraudulent reviews, improved platform credibility scores, and a demonstrably higher customer trust index within the first quarter of deployment.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644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kumar</dc:creator>
  <cp:lastModifiedBy>dinesh kumar pusarla</cp:lastModifiedBy>
  <cp:revision>3</cp:revision>
  <dcterms:created xsi:type="dcterms:W3CDTF">2026-07-28T05:49:30Z</dcterms:created>
  <dcterms:modified xsi:type="dcterms:W3CDTF">2026-09-29T09:16:22Z</dcterms:modified>
</cp:coreProperties>
</file>